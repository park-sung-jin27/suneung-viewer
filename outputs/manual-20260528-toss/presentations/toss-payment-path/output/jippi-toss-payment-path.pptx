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31eac8f74a4043" /><Relationship Type="http://schemas.openxmlformats.org/officeDocument/2006/relationships/extended-properties" Target="/docProps/app.xml" Id="Rf56a6cfe9cdc47b1" /><Relationship Type="http://schemas.openxmlformats.org/officeDocument/2006/relationships/officeDocument" Target="/ppt/presentation.xml" Id="R980570df62b347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19d24c1e3c4244"/>
  </p:sldMasterIdLst>
  <p:notesMasterIdLst>
    <p:notesMasterId xmlns:r="http://schemas.openxmlformats.org/officeDocument/2006/relationships" r:id="R9a9b3628b83244e4"/>
  </p:notesMasterIdLst>
  <p:sldIdLst>
    <p:sldId xmlns:r="http://schemas.openxmlformats.org/officeDocument/2006/relationships" id="256" r:id="R22a7afbcc2054028"/>
    <p:sldId xmlns:r="http://schemas.openxmlformats.org/officeDocument/2006/relationships" id="257" r:id="Rab6724c14b1a4924"/>
    <p:sldId xmlns:r="http://schemas.openxmlformats.org/officeDocument/2006/relationships" id="258" r:id="Rf8ab398c60b0438c"/>
    <p:sldId xmlns:r="http://schemas.openxmlformats.org/officeDocument/2006/relationships" id="259" r:id="Rb321716a1cb3429a"/>
    <p:sldId xmlns:r="http://schemas.openxmlformats.org/officeDocument/2006/relationships" id="260" r:id="R9d7e708f407b40ac"/>
    <p:sldId xmlns:r="http://schemas.openxmlformats.org/officeDocument/2006/relationships" id="261" r:id="Rc346a817b55a4773"/>
    <p:sldId xmlns:r="http://schemas.openxmlformats.org/officeDocument/2006/relationships" id="262" r:id="R3b3ff1eda2954491"/>
    <p:sldId xmlns:r="http://schemas.openxmlformats.org/officeDocument/2006/relationships" id="263" r:id="R3d958019bd324a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19d24c1e3c4244" /><Relationship Type="http://schemas.openxmlformats.org/officeDocument/2006/relationships/theme" Target="/ppt/theme/theme1.xml" Id="R428a9013bfb44930" /><Relationship Type="http://schemas.openxmlformats.org/officeDocument/2006/relationships/notesMaster" Target="/ppt/notesMasters/notesMaster1.xml" Id="R9a9b3628b83244e4" /><Relationship Type="http://schemas.openxmlformats.org/officeDocument/2006/relationships/presProps" Target="/ppt/presProps.xml" Id="R5ed30bd399334b6a" /><Relationship Type="http://schemas.openxmlformats.org/officeDocument/2006/relationships/viewProps" Target="/ppt/viewProps.xml" Id="R8cb7e73290964b51" /><Relationship Type="http://schemas.openxmlformats.org/officeDocument/2006/relationships/tableStyles" Target="/ppt/tableStyles.xml" Id="R9e525a6e56884eab" /><Relationship Type="http://schemas.openxmlformats.org/officeDocument/2006/relationships/slide" Target="/ppt/slides/slide1.xml" Id="R22a7afbcc2054028" /><Relationship Type="http://schemas.openxmlformats.org/officeDocument/2006/relationships/slide" Target="/ppt/slides/slide2.xml" Id="Rab6724c14b1a4924" /><Relationship Type="http://schemas.openxmlformats.org/officeDocument/2006/relationships/slide" Target="/ppt/slides/slide3.xml" Id="Rf8ab398c60b0438c" /><Relationship Type="http://schemas.openxmlformats.org/officeDocument/2006/relationships/slide" Target="/ppt/slides/slide4.xml" Id="Rb321716a1cb3429a" /><Relationship Type="http://schemas.openxmlformats.org/officeDocument/2006/relationships/slide" Target="/ppt/slides/slide5.xml" Id="R9d7e708f407b40ac" /><Relationship Type="http://schemas.openxmlformats.org/officeDocument/2006/relationships/slide" Target="/ppt/slides/slide6.xml" Id="Rc346a817b55a4773" /><Relationship Type="http://schemas.openxmlformats.org/officeDocument/2006/relationships/slide" Target="/ppt/slides/slide7.xml" Id="R3b3ff1eda2954491" /><Relationship Type="http://schemas.openxmlformats.org/officeDocument/2006/relationships/slide" Target="/ppt/slides/slide8.xml" Id="R3d958019bd324a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2e0fc04e0b14e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93e634777a4de9" /><Relationship Type="http://schemas.openxmlformats.org/officeDocument/2006/relationships/notesMaster" Target="/ppt/notesMasters/notesMaster1.xml" Id="R05c3ba15a7784b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384c957a6542bc" /><Relationship Type="http://schemas.openxmlformats.org/officeDocument/2006/relationships/notesMaster" Target="/ppt/notesMasters/notesMaster1.xml" Id="R8a122bffe4134c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8551e865d54cd3" /><Relationship Type="http://schemas.openxmlformats.org/officeDocument/2006/relationships/notesMaster" Target="/ppt/notesMasters/notesMaster1.xml" Id="R6eec5810c9c741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49571e9b1c4097" /><Relationship Type="http://schemas.openxmlformats.org/officeDocument/2006/relationships/notesMaster" Target="/ppt/notesMasters/notesMaster1.xml" Id="R59e5a00c69124f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76a6ba41424d49" /><Relationship Type="http://schemas.openxmlformats.org/officeDocument/2006/relationships/notesMaster" Target="/ppt/notesMasters/notesMaster1.xml" Id="Rc14b2373c11540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224de76ec94347" /><Relationship Type="http://schemas.openxmlformats.org/officeDocument/2006/relationships/notesMaster" Target="/ppt/notesMasters/notesMaster1.xml" Id="R657e3106e93445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6bd865b7b4d68" /><Relationship Type="http://schemas.openxmlformats.org/officeDocument/2006/relationships/notesMaster" Target="/ppt/notesMasters/notesMaster1.xml" Id="R1bbc33552a7e47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127155673940a9" /><Relationship Type="http://schemas.openxmlformats.org/officeDocument/2006/relationships/notesMaster" Target="/ppt/notesMasters/notesMaster1.xml" Id="Recb5a04470114e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949bb8204c4d4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cf24a12bc04b16" /><Relationship Type="http://schemas.openxmlformats.org/officeDocument/2006/relationships/slideLayout" Target="/ppt/slideLayouts/slideLayout2.xml" Id="R16441538ee4d4c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441538ee4d4c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96ae1346b494e" /><Relationship Type="http://schemas.openxmlformats.org/officeDocument/2006/relationships/notesSlide" Target="/ppt/notesSlides/notesSlide1.xml" Id="Re927c386d1d847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077e739a674ddf" /><Relationship Type="http://schemas.openxmlformats.org/officeDocument/2006/relationships/image" Target="/ppt/media/image.png" Id="R76cfb6f4ce874a3a" /><Relationship Type="http://schemas.openxmlformats.org/officeDocument/2006/relationships/notesSlide" Target="/ppt/notesSlides/notesSlide2.xml" Id="R5cb52f3496aa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e2f4be515e43f2" /><Relationship Type="http://schemas.openxmlformats.org/officeDocument/2006/relationships/image" Target="/ppt/media/image2.png" Id="R6247959171814544" /><Relationship Type="http://schemas.openxmlformats.org/officeDocument/2006/relationships/notesSlide" Target="/ppt/notesSlides/notesSlide3.xml" Id="R72f9a68dac4c4d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24bbcb834c4055" /><Relationship Type="http://schemas.openxmlformats.org/officeDocument/2006/relationships/image" Target="/ppt/media/image3.png" Id="R3c94eadf49864527" /><Relationship Type="http://schemas.openxmlformats.org/officeDocument/2006/relationships/notesSlide" Target="/ppt/notesSlides/notesSlide4.xml" Id="Rd9ef2cbf2b6b42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10ab1060f8464c" /><Relationship Type="http://schemas.openxmlformats.org/officeDocument/2006/relationships/image" Target="/ppt/media/image4.png" Id="R4aaaf91833a24fda" /><Relationship Type="http://schemas.openxmlformats.org/officeDocument/2006/relationships/notesSlide" Target="/ppt/notesSlides/notesSlide5.xml" Id="R962ed075cee34e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8bdaedec3e479f" /><Relationship Type="http://schemas.openxmlformats.org/officeDocument/2006/relationships/image" Target="/ppt/media/image5.png" Id="R0d66929d9b1f4260" /><Relationship Type="http://schemas.openxmlformats.org/officeDocument/2006/relationships/notesSlide" Target="/ppt/notesSlides/notesSlide6.xml" Id="R9c7f3c6fb04e4b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a46676e87e4cfd" /><Relationship Type="http://schemas.openxmlformats.org/officeDocument/2006/relationships/image" Target="/ppt/media/image6.png" Id="Rf7d952aaa24242c9" /><Relationship Type="http://schemas.openxmlformats.org/officeDocument/2006/relationships/notesSlide" Target="/ppt/notesSlides/notesSlide7.xml" Id="R7dc257c4032c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3d154c8e84588" /><Relationship Type="http://schemas.openxmlformats.org/officeDocument/2006/relationships/notesSlide" Target="/ppt/notesSlides/notesSlide8.xml" Id="Rd6f0236d5a2941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DC48F4-FDAC-4696-83F5-A568CE30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041CD-08ED-4810-8A71-C23E126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F6BB3-4A1A-4A88-ADFE-EB6DA367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AD9F4-0009-441A-810C-515EDF8B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0A835-7669-4A02-8B23-0F98AE4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SUBMISSION PACK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674600-9B80-4101-B1A6-6C31B53B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토스페이먼츠 심사용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결제경로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DEE65-67A7-4652-8AC8-3597E7E8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42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JIPPI 수능뷰어의 상품 노출, 결제 버튼, 토스 결제창, 성공·실패 화면, 사업자정보 노출을 한 흐름으로 정리했습니다.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FCF49-0752-4EAA-B059-887DD01E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0D12F-944A-4B43-B049-FD5F9142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라이브 결제창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13439-01DC-405A-805B-153A7162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326CB-77C6-4B16-8055-F73B7672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상품 노출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4E07F-08D9-47B9-B5C9-AD197BBF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스탠다드 39,900원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1FD7F3-9930-4C80-A78C-5F2D362A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B2B4A-9D74-42CD-9525-19D99EEB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결제창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AAEBE-7695-43BA-BEE8-6322F179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719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Toss 테스트창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42610-623D-4011-9412-994A0CA5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C1456-2ABC-4402-B16D-256AEE02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528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사업자정보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D2D34-CEDA-4DFD-A972-3033C673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719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하단 footer 노출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54989E-7CF2-4386-A060-F9D65C1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D2BF6-5BE4-415F-B478-2D817A1C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528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문서 구성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780BD-EC49-4747-8004-1AA0D14F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19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8장 결제경로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6BD12-D11A-4F55-9D00-85FC3774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42950"/>
            <a:ext cx="371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3E448-CE8D-4CFC-9544-1AFE0372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0477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검증 URL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https://www.jippi.kr/suneung/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https://www.jippi.kr/payment</a:t>
            </a:r>
          </a:p>
        </p:txBody>
      </p:sp>
    </p:spTree>
    <p:extLst>
      <p:ext uri="{BB962C8B-B14F-4D97-AF65-F5344CB8AC3E}">
        <p14:creationId xmlns:p14="http://schemas.microsoft.com/office/powerpoint/2010/main" val="17056090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EA409F-76BE-471A-AC38-A7984692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1FDBB-179E-4C1D-B095-74076518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1E5D-EF87-41A0-9594-5D7810D6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7C262-61DB-49FD-AB59-055AB992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E8D7B-79E5-4830-9647-CB4BEAA2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STEP 1 · PRODUCT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C1619-B512-4D3C-9BC0-86DAF32B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결제 가능한 상품이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가격과 함께 노출됩니다.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2D505-42F1-4CAF-AD98-F0C43B7B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수능뷰어 이용권 영역에서 스탠다드와 프리미엄 상품명, 가격, 결제 버튼을 확인할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E86E3-EDCC-4EFF-97A8-E8C67515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2E2136-5CD6-4B9C-98AA-4C9DFD0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요건 ① 충족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B0272-3E04-455B-9083-970A5243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"/>
            <a:ext cx="6715125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fb6f4ce874a3a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571500"/>
            <a:ext cx="6562725" cy="5324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66AAA-7C1C-497C-8F96-022A57CD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화면: /suneung/ 상품 영역</a:t>
            </a:r>
          </a:p>
        </p:txBody>
      </p:sp>
    </p:spTree>
    <p:extLst>
      <p:ext uri="{BB962C8B-B14F-4D97-AF65-F5344CB8AC3E}">
        <p14:creationId xmlns:p14="http://schemas.microsoft.com/office/powerpoint/2010/main" val="17033424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66854-C7AD-40E8-9C93-7DEA14DA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262A1-0A6B-453A-93A5-0B45A88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BE7B4-A533-43C3-BECE-D7698040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FC9B9-0EAD-4A1E-9604-900C11AF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8DB52-BD38-409C-B49B-12103851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STEP 2 · ENTRY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98819-AEF4-4E42-9DA4-65083116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구매자 정보 입력 후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결제 버튼으로 진입합니다.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26BEB-033E-4AF2-9B85-80F661FA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비회원도 이름, 연락처, 이메일을 입력한 뒤 스탠다드 결제하기 버튼으로 결제창을 열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BF27C6-C160-420E-AD11-51DF09F9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6E625-FF06-44CA-80D1-F43339A6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구매 경로 명확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6684A-7695-4302-93FD-B2614E5F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"/>
            <a:ext cx="6715125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7959171814544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571500"/>
            <a:ext cx="6562725" cy="5324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A3AD3B-3EF5-4DC8-AF0D-BBBCC949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화면: 구매자 정보 입력 + 스탠다드 결제 버튼</a:t>
            </a:r>
          </a:p>
        </p:txBody>
      </p:sp>
    </p:spTree>
    <p:extLst>
      <p:ext uri="{BB962C8B-B14F-4D97-AF65-F5344CB8AC3E}">
        <p14:creationId xmlns:p14="http://schemas.microsoft.com/office/powerpoint/2010/main" val="779312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5FB3B7-2638-4A7D-B053-5F9C9995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010B4-7601-42FC-ABD9-6DB59BF6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B789D-745D-4185-8F0F-B7C52B88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B251D-8D07-43C9-93CD-3DC85F6F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240CC-6FB3-4253-BB45-9EC5A308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STEP 3 · TOSS WINDOW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CEE37-9BAB-4A30-9741-01919720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토스 결제창이 열리고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상품명·금액이 표시됩니다.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9FFF4-674E-4DE0-9B89-0AEA02CE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결제창에는 JIPPI 수능 국어 논리진단 스탠다드 상품과 39,900원 금액이 함께 표시됩니다.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61260-52D4-495F-80FC-EC3D830E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68905-7A50-4EDF-B423-6A776AE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14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요건 ③ 충족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CDC08-C782-46D2-B314-291E9A55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AC15BB-4C91-4DC7-9DA2-D13C09A3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결제 방식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69DFA-74D6-4534-A272-712B45E3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카드·간편결제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C1C56-52D1-42B2-AC5D-68578A97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0ABCF-30D0-422C-97D6-21BD3FF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검증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44DC7-98AD-46E4-A0AA-EBE91DC5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테스트창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58F1A-212A-4CF8-B2F4-0FACF541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"/>
            <a:ext cx="6715125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4eadf49864527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571500"/>
            <a:ext cx="6562725" cy="532447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E3703-4463-4B14-9044-233E866B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화면: Toss Payments 테스트 결제창</a:t>
            </a:r>
          </a:p>
        </p:txBody>
      </p:sp>
    </p:spTree>
    <p:extLst>
      <p:ext uri="{BB962C8B-B14F-4D97-AF65-F5344CB8AC3E}">
        <p14:creationId xmlns:p14="http://schemas.microsoft.com/office/powerpoint/2010/main" val="5472168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96FD04-6CCB-4146-A3AE-D84FDA6B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34A52-A4F7-4512-A19A-84F201C1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71C74-5A08-433C-A04B-0F2F37C2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1B6C5-19C1-49AF-A6E7-289A845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DBF65-BCAE-4A35-9FFE-277F5154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STEP 4 · SUCCESS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9970D-0EA7-4DA8-ADC2-C9F64F37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결제 성공 시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안내 화면으로 이동합니다.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446AA-12B7-4E52-88BE-FEDB55C0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결제 승인 후 사용자가 확인할 수 있는 성공 페이지가 준비되어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FFD19-DE3B-434A-8EBF-170A530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0BD288-8088-4174-8FF1-A862608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성공 URL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6FFA44-BB49-4450-B04D-D784EA00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"/>
            <a:ext cx="6715125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af91833a24fda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571500"/>
            <a:ext cx="6562725" cy="5324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A512C-D379-4CA6-985A-30A6DCFB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화면: /payment-success.html</a:t>
            </a:r>
          </a:p>
        </p:txBody>
      </p:sp>
    </p:spTree>
    <p:extLst>
      <p:ext uri="{BB962C8B-B14F-4D97-AF65-F5344CB8AC3E}">
        <p14:creationId xmlns:p14="http://schemas.microsoft.com/office/powerpoint/2010/main" val="10157174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7CAE7-1C31-43C5-A34A-A367DF97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BC8AF-D82F-452B-BFD2-13F5882B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9E944-693C-45CE-AFE9-7D9BD5D9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C70A9-151D-47DB-812F-4568B5E0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5E115-8B5A-4387-BE39-86E7AB87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STEP 5 · FAIL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FA139-B101-4075-9F32-4BAD4FAD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실패 시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재시도 화면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858D2-19A5-45A5-9257-1E731660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사용자가 결제를 취소하거나 오류가 발생하면 실패 안내 화면에서 다시 시도할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2B42F-C72F-4A0A-A67C-37500901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B711F-14E7-46C0-B4D4-AF56E9D0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실패 URL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21318-CF10-4A24-8424-5D885C94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"/>
            <a:ext cx="6715125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6929d9b1f4260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571500"/>
            <a:ext cx="6562725" cy="5324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DA18B2-BAB7-4636-8ACF-69C4296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화면: /payment-fail.html</a:t>
            </a:r>
          </a:p>
        </p:txBody>
      </p:sp>
    </p:spTree>
    <p:extLst>
      <p:ext uri="{BB962C8B-B14F-4D97-AF65-F5344CB8AC3E}">
        <p14:creationId xmlns:p14="http://schemas.microsoft.com/office/powerpoint/2010/main" val="8132685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184DD-E999-4E1D-9B5A-0BFB7491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E8C3-AE07-48CA-BAC5-F9B85EA1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B1BB1-A6F1-4BFE-85EA-B72FF6BA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B8B18-F87A-4080-AA10-6CFCC55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4183-8C6E-4D6C-9015-D5EA758C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STEP 6 · BUSINESS INFO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E9DFF-CA15-46E5-8C6E-4EC7651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하단에 사업자정보가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명확히 노출됩니다.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FD8B2-F0F9-4B5B-BB0B-2F3FE55B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71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상호명, 대표자, 사업자등록번호, 통신판매업 신고번호, 사업장 주소, 고객센터, 개인정보관리책임자가 footer에 표시됩니다.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D0344A-15CE-41BB-8A7E-879DCDBD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1B66C-D650-420C-A9A7-5C602DD6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요건 ② 충족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0E72A-55FD-410C-B8D0-F42273BE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5300"/>
            <a:ext cx="6715125" cy="547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952aaa24242c9"/>
          <a:srcRect xmlns:a="http://schemas.openxmlformats.org/drawingml/2006/main" l="15334" t="0" r="15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1075" y="571500"/>
            <a:ext cx="6562725" cy="5324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92F4A-CE33-45D4-BAD5-5FABAE33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15050"/>
            <a:ext cx="581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667085"/>
                </a:solidFill>
                <a:latin typeface="Malgun Gothic"/>
                <a:ea typeface="Malgun Gothic"/>
                <a:cs typeface="Malgun Gothic"/>
              </a:rPr>
              <a:t>확인 화면: /suneung/ 하단 footer</a:t>
            </a:r>
          </a:p>
        </p:txBody>
      </p:sp>
    </p:spTree>
    <p:extLst>
      <p:ext uri="{BB962C8B-B14F-4D97-AF65-F5344CB8AC3E}">
        <p14:creationId xmlns:p14="http://schemas.microsoft.com/office/powerpoint/2010/main" val="12984774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52330-7878-43EC-801D-4A30331B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B3B1E-73C4-4C35-8402-3C441653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C8796"/>
                </a:solidFill>
                <a:latin typeface="Aptos"/>
                <a:ea typeface="Aptos"/>
                <a:cs typeface="Aptos"/>
              </a:rPr>
              <a:t>TOSS REVIEW ·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60D98-03D2-4FB1-B956-FA8BFA75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3627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C87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C8796"/>
                </a:solidFill>
                <a:latin typeface="Aptos"/>
                <a:ea typeface="Aptos"/>
                <a:cs typeface="Aptos"/>
              </a:rPr>
              <a:t>JIPPI 수능뷰어 결제경로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9DE19-ACFF-4AB0-B7C9-660E8633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B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FAC60-7F0E-4E85-954F-89AC107B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6B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B46"/>
                </a:solidFill>
                <a:latin typeface="Aptos"/>
                <a:ea typeface="Aptos"/>
                <a:cs typeface="Aptos"/>
              </a:rPr>
              <a:t>FINAL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846B5-EC46-4C33-B59E-9235D93C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3810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토스 심사 제출 전</a:t>
            </a:r>
          </a:p>
          <a:p xmlns:a="http://schemas.openxmlformats.org/drawingml/2006/main">
            <a:pPr algn="l">
              <a:def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확인할 항목입니다.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67456-40B7-45AF-B4ED-74178498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결제창은 테스트 키 기준으로 정상 표시되었습니다. 제출 전에는 동일 화면을 실 브라우저에서 다시 한 번 확인합니다.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55FDC-4235-4D45-AE3F-23ECB396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59FB82-5D13-48C6-BD51-2AE9CA9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76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① 상품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77A40-9A88-4ADE-B289-E2F330DC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가격·상품명·버튼 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A8413-D18E-4C77-A55A-31E91902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A00B9-D617-438D-86D9-D94595D6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76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② 사업자정보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6F4EE-158D-4858-BC53-6988F126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956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footer + privacy 정리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9DF6B-405B-42CC-A889-2924987A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52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527CAF-FB7A-4454-8C31-FD13CCA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76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③ 결제창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03FDAF-7DE3-4F6B-A001-DDDD52DC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956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Toss 테스트창 표시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D38F9-F3E2-4101-8B4D-8E4279DF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43DFC-6C22-4360-B4A7-93F1F224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76575"/>
            <a:ext cx="2076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5E6979"/>
                </a:solidFill>
                <a:latin typeface="Malgun Gothic"/>
                <a:ea typeface="Malgun Gothic"/>
                <a:cs typeface="Malgun Gothic"/>
              </a:rPr>
              <a:t>④ 결제경로 PPT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38B11-519A-4DDC-8336-73ADA2C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956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본 문서로 제출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31523-48E2-4C4A-A4CA-6345EF3A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FAF3F8-80FA-47BB-9F97-B6969B0A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48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1F6B46"/>
                </a:solidFill>
                <a:latin typeface="Malgun Gothic"/>
                <a:ea typeface="Malgun Gothic"/>
                <a:cs typeface="Malgun Gothic"/>
              </a:rPr>
              <a:t>심사 준비 완료권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82AC8-BAC7-4C47-81D5-18B21A7F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82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1826"/>
                </a:solidFill>
                <a:latin typeface="Malgun Gothic"/>
                <a:ea typeface="Malgun Gothic"/>
                <a:cs typeface="Malgun Gothic"/>
              </a:rPr>
              <a:t>남은 확인: 토스 대시보드의 테스트 Client key 유지, 라이브 키 미사용, 제출 직전 Ctrl+F5 새로고침 후 결제창 재확인</a:t>
            </a:r>
          </a:p>
        </p:txBody>
      </p:sp>
    </p:spTree>
    <p:extLst>
      <p:ext uri="{BB962C8B-B14F-4D97-AF65-F5344CB8AC3E}">
        <p14:creationId xmlns:p14="http://schemas.microsoft.com/office/powerpoint/2010/main" val="1033018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2026-05-28T13:49:22.7990000Z</dcterms:created>
  <dcterms:modified xsi:type="dcterms:W3CDTF">2026-05-28T13:49:22.7990000Z</dcterms:modified>
</coreProperties>
</file>